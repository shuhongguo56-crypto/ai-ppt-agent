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352FE-BD70-41D0-AE8A-9EDF960E629F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DDDD-1C39-4836-A19C-F8CF8A2D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88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Speaker note reference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5DDDD-1C39-4836-A19C-F8CF8A2DCD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959856"/>
      </p:ext>
    </p:extLst>
  </p:cSld>
  <p:clrMapOvr>
    <a:masterClrMapping/>
  </p:clrMapOvr>
</p:note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F382DE-D143-85AA-5849-B84837BA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B0A6E-4260-4DFA-A3A0-0008C8E32E2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D5755-527A-622A-8872-605CBDB1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06D7BE-6FC4-DB5F-8FE5-1E888D00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BB49-1F54-4B77-BA6C-BD80E68281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689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C92B79-0164-35CB-00CE-B4C4C005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E0A15A-A8C0-CB6F-4A70-197EFB567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957B80-9A51-ECE4-86ED-79A133518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B0A6E-4260-4DFA-A3A0-0008C8E32E2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D2E08-E91F-4CB1-BA54-4B26FF13B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9D7276-5C3E-8820-5490-D20F5B764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DBB49-1F54-4B77-BA6C-BD80E68281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49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630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书宏 郭</dc:creator>
  <cp:lastModifiedBy>书宏 郭</cp:lastModifiedBy>
  <cp:revision>1</cp:revision>
  <dcterms:created xsi:type="dcterms:W3CDTF">2026-06-24T07:54:13Z</dcterms:created>
  <dcterms:modified xsi:type="dcterms:W3CDTF">2026-06-24T07:54:13Z</dcterms:modified>
</cp:coreProperties>
</file>